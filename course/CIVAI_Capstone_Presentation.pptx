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CIVAI – Intelligent Postcode Insight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Kaggle Agents Intensive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need fast, reliable, data‑driven insights about a neighbourhood.</a:t>
            </a:r>
          </a:p>
          <a:p>
            <a:r>
              <a:t>Existing sources are fragmented, slow, or require expert knowledge.</a:t>
            </a:r>
          </a:p>
          <a:p>
            <a:r>
              <a:t>Users want a single agent that can gather, analyse, summarise, and visualise local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CIVAI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Multi‑agent system combining crime, housing, transport, community &amp; policy data.</a:t>
            </a:r>
          </a:p>
          <a:p>
            <a:r>
              <a:t>• Generates structured Markdown intelligence reports.</a:t>
            </a:r>
          </a:p>
          <a:p>
            <a:r>
              <a:t>• Creates visualisations automatically (affordability plots).</a:t>
            </a:r>
          </a:p>
          <a:p>
            <a:r>
              <a:t>• Session‑based memory for persistent context.</a:t>
            </a:r>
          </a:p>
          <a:p>
            <a:r>
              <a:t>• Built using Gemini, LangGraph, and custom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Input: Postcode → Extractor Agent</a:t>
            </a:r>
          </a:p>
          <a:p>
            <a:r>
              <a:t>2. Parallel Agents:</a:t>
            </a:r>
          </a:p>
          <a:p>
            <a:r>
              <a:t>   • Crime Agent</a:t>
            </a:r>
          </a:p>
          <a:p>
            <a:r>
              <a:t>   • Housing Agent (with plotting tool)</a:t>
            </a:r>
          </a:p>
          <a:p>
            <a:r>
              <a:t>   • Transport Agent</a:t>
            </a:r>
          </a:p>
          <a:p>
            <a:r>
              <a:t>   • Community Agent</a:t>
            </a:r>
          </a:p>
          <a:p>
            <a:r>
              <a:t>   • Policy/Regulation Agent</a:t>
            </a:r>
          </a:p>
          <a:p>
            <a:r>
              <a:t>3. Summary Agent → Markdown report</a:t>
            </a:r>
          </a:p>
          <a:p>
            <a:r>
              <a:t>4. Render layer → Jupyter/Notebook display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Multi-agent orchestration with LangGraph</a:t>
            </a:r>
          </a:p>
          <a:p>
            <a:r>
              <a:t>• Custom tools (Excel parser, plot generator)</a:t>
            </a:r>
          </a:p>
          <a:p>
            <a:r>
              <a:t>• Google Gemini for multi‑agent reasoning</a:t>
            </a:r>
          </a:p>
          <a:p>
            <a:r>
              <a:t>• Sessions &amp; memory for repeated runs</a:t>
            </a:r>
          </a:p>
          <a:p>
            <a:r>
              <a:t>• Context‑aware Markdown rendering</a:t>
            </a:r>
          </a:p>
          <a:p>
            <a:r>
              <a:t>• Error‑resistant state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postcode</a:t>
            </a:r>
          </a:p>
          <a:p>
            <a:r>
              <a:t>2. Agents gather and analyse data</a:t>
            </a:r>
          </a:p>
          <a:p>
            <a:r>
              <a:t>3. Housing agent generates plots</a:t>
            </a:r>
          </a:p>
          <a:p>
            <a:r>
              <a:t>4. Summary agent produces final report</a:t>
            </a:r>
          </a:p>
          <a:p>
            <a:r>
              <a:t>5. Markdown rendered in notebook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Was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Developed in Python using Kaggle Notebook</a:t>
            </a:r>
          </a:p>
          <a:p>
            <a:r>
              <a:t>• LangGraph for agent orchestration</a:t>
            </a:r>
          </a:p>
          <a:p>
            <a:r>
              <a:t>• Gemini Flash for reasoning tasks</a:t>
            </a:r>
          </a:p>
          <a:p>
            <a:r>
              <a:t>• python‑pptx for reporting</a:t>
            </a:r>
          </a:p>
          <a:p>
            <a:r>
              <a:t>• Robust session management logic</a:t>
            </a:r>
          </a:p>
          <a:p>
            <a:r>
              <a:t>• Iterative refinement through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